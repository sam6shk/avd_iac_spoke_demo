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Fira Code" panose="020B0809050000020004" pitchFamily="49" charset="0"/>
      <p:regular r:id="rId12"/>
    </p:embeddedFont>
    <p:embeddedFont>
      <p:font typeface="Inter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33912" y="2134492"/>
            <a:ext cx="2924175" cy="333375"/>
          </a:xfrm>
          <a:prstGeom prst="roundRect">
            <a:avLst>
              <a:gd name="adj" fmla="val 50000"/>
            </a:avLst>
          </a:prstGeom>
          <a:solidFill>
            <a:srgbClr val="10202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00312" y="2696467"/>
            <a:ext cx="7191375" cy="569565"/>
          </a:xfrm>
          <a:prstGeom prst="rect">
            <a:avLst/>
          </a:prstGeom>
          <a:solidFill>
            <a:srgbClr val="9CD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09975" y="4294733"/>
            <a:ext cx="4972050" cy="428625"/>
          </a:xfrm>
          <a:prstGeom prst="roundRect">
            <a:avLst>
              <a:gd name="adj" fmla="val 1777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58890" y="2210692"/>
            <a:ext cx="32742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Inter"/>
              </a:rPr>
              <a:t>Azure Virtual Desktop (AVD) IaC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6660" y="2696467"/>
            <a:ext cx="9438679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Inter"/>
              </a:rPr>
              <a:t>AVD 2nd Spoke Landing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418433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End-to-End Enterprise Architecture, FSLogix Profiles, MSIX App Attach &amp; Azure Compute Gallery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7068" y="4409033"/>
            <a:ext cx="57578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4D399"/>
                </a:solidFill>
                <a:latin typeface="Fira Code"/>
              </a:rPr>
              <a:t>git clone https://github.com/sam6shk/AVD_IaC_Spoke_Demo.git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39350" y="885825"/>
            <a:ext cx="1543050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53721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562100"/>
            <a:ext cx="53721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72700" y="942975"/>
            <a:ext cx="1371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Architecture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478809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Requirement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45600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Why a dedicated AVD 2nd Spoke Virtual Network?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052762"/>
            <a:ext cx="62257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Business Expectations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152775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Key Architectural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433762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Second Spoke VNet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: Connects seamlessly to 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3767137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100% Terraform IaC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: Zero manual portal clickops.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100512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Automated Image System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: Versioning without rebuilds.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4433887"/>
            <a:ext cx="464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FSLogix &amp; MSIX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: High performance profile &amp; app delivery.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53377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Bi-directional Peering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with Hub VNet (`10.2.0.0/16`).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86715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Forced Tunneling UDR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routing egress via Hub Firewall.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20052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Azure Compute Gallery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for structured versioning.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53390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Private Endpoints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securing storage backends.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5263" y="56611"/>
            <a:ext cx="590073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Inter"/>
              </a:rPr>
              <a:t>High-Level Architecture (HLD)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570" y="435454"/>
            <a:ext cx="5619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"/>
              </a:rPr>
              <a:t>Hub-and-Spoke Topology &amp; Network 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7C8E61-69D6-8411-DF80-36D8B0CB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" y="762000"/>
            <a:ext cx="12192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63200" y="885825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3505200" cy="4762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1562100"/>
            <a:ext cx="3505200" cy="4762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1562100"/>
            <a:ext cx="3505200" cy="4762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96550" y="942975"/>
            <a:ext cx="1047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Image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678834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Simplified Host Pool Image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62025"/>
            <a:ext cx="64650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Azure Compute Gallery (SIG) Rolling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019425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1. Build &amp;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019425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2. Update Terraform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019425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3. Zero-Downtime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4004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Golden Image stored in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Compute Gallery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9338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Win11 Multi-Session + M365 base definition.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4672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Structured semantic versioning (`v1.0.1`).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8225" y="34004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Set `use_custom_gallery_image = true`.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8225" y="39338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Pass new version ID in `terraform.tfvars`.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8225" y="44672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No host pool control plane recreation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2025" y="34004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Enable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Drain Mode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on existing session hosts.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2025" y="39338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Provision new host VMs from new image.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2025" y="4467225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Gracefully retire old hosts post-logoff.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58425" y="885825"/>
            <a:ext cx="1323975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2857500" cy="4762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95700" y="1562100"/>
            <a:ext cx="78867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10025" y="3648075"/>
            <a:ext cx="7258050" cy="971550"/>
          </a:xfrm>
          <a:prstGeom prst="roundRect">
            <a:avLst>
              <a:gd name="adj" fmla="val 7843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91775" y="942975"/>
            <a:ext cx="1152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Storage &amp;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660082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Profile Management with FSLogix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62025"/>
            <a:ext cx="6286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Premium Azure Files &amp; Automated 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752725"/>
            <a:ext cx="292536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Storage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0025" y="3267075"/>
            <a:ext cx="81819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Automated Script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2425" y="3800475"/>
            <a:ext cx="7048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Fira Code"/>
              </a:rPr>
              <a:t>New-Item -Path 'HKLM:\SOFTWARE\FSLogix\Profiles' -Force New-ItemProperty -Name 'Enabled' -Value 1 -PropertyType DWORD New-ItemProperty -Name 'VHDLocations' -Value '\\stfslogix...file.core.windows.net\profiles' New-ItemProperty -Name 'SizeInMB' -Value 30000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133725"/>
            <a:ext cx="2133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Premium FileStorage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with ZRS replication.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67125"/>
            <a:ext cx="2133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Secured via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Private Endpoint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 Spoke VNet.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200525"/>
            <a:ext cx="2133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Public network access completely disabled.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4733925"/>
            <a:ext cx="2133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Supports Entra ID Kerberos SMB auth.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48950" y="885825"/>
            <a:ext cx="933450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53721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562100"/>
            <a:ext cx="53721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2300" y="942975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App Attach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8113514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Dynamic App Delivery (MSIX App Attach)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7727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Decoupling Applications from the OS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19462"/>
            <a:ext cx="62257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Package Storage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19462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Key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700462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Dedicated Storage Account (`stappattach...`).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033837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Secured via dedicated Private Endpoint in Spoke VNet.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367212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Stores `.vhdx` / `.cim` application container packages.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700462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70% Faster OS Patching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: Base image stays clean.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033837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Zero App Conflicts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: Isolated container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4367212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On-Demand Mounting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upon user sign-in.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10875" y="885825"/>
            <a:ext cx="771525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3505200" cy="4762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1562100"/>
            <a:ext cx="3505200" cy="4762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1562100"/>
            <a:ext cx="3505200" cy="4762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44225" y="942975"/>
            <a:ext cx="600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630078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Security &amp; Governance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62025"/>
            <a:ext cx="6000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Enterprise Security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238500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🛡️ Forced Tunneling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19500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UDR on Session Host subnet routes all internet egress (`0.0.0.0/0`) through Hub NVA / Firewall for deep inspection.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238500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🔒 Private Link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19500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Storage accounts for FSLogix &amp; App Attach completely block public IP ingress, enforcing secure private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238500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🆔 Entra ID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19500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Session Hosts natively joined to Microsoft Entra ID via `AADLoginForWindows` extension with RBAC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72750" y="885825"/>
            <a:ext cx="1009650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53721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562100"/>
            <a:ext cx="53721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06100" y="942975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IaC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5050631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Terraform Code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4810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Modular HCL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52775"/>
            <a:ext cx="62257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Network &amp; Storage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152775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Core &amp; Host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533775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`network.tf` - VNet, Subnets, UDR, NSG, Peering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3867150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`compute_gallery.tf` - Shared Image Gallery &amp; Def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200525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`storage_fslogix.tf` - FSLogix Storage &amp; 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4533900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`storage_appattach.tf` - App Attach Storage &amp; 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53377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`avd_core.tf` - Workspace, Host Pool,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86715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`avd_session_hosts.tf` - Session Hosts &amp; Extensions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20052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`outputs.tf` - Resource IDs &amp; UNC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53390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`terraform.tfvars.example` - Config inputs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87050" y="885825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54483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1562100"/>
            <a:ext cx="5295900" cy="47625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3567112"/>
            <a:ext cx="4819650" cy="1133475"/>
          </a:xfrm>
          <a:prstGeom prst="roundRect">
            <a:avLst>
              <a:gd name="adj" fmla="val 6722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20400" y="942975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596324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Demo Execution &amp;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62025"/>
            <a:ext cx="5679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Commands &amp;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186112"/>
            <a:ext cx="632579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Terraform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719512"/>
            <a:ext cx="461010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Fira Code"/>
              </a:rPr>
              <a:t>git clone https://github.com/sam6shk/AVD_IaC_Spoke_Demo.git cd AVD_IaC_Spoke_Demo terraform init terraform plan -out=tfplan terraform apply tfplan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148012"/>
            <a:ext cx="5591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Validation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529012"/>
            <a:ext cx="5591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59669"/>
                </a:solidFill>
                <a:latin typeface="Inter"/>
              </a:rPr>
              <a:t>Success! Configuration is valid.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3910012"/>
            <a:ext cx="5400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0 Errors &amp; 0 Warnings detected.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4224337"/>
            <a:ext cx="5400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Formatted cleanly with `terraform fmt`.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4538662"/>
            <a:ext cx="5400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Inter"/>
              </a:rPr>
              <a:t>▹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Pushed to GitHub repository successfully.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53025" y="1752600"/>
            <a:ext cx="1885950" cy="333375"/>
          </a:xfrm>
          <a:prstGeom prst="roundRect">
            <a:avLst>
              <a:gd name="adj" fmla="val 50000"/>
            </a:avLst>
          </a:prstGeom>
          <a:solidFill>
            <a:srgbClr val="10202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09750" y="3857625"/>
            <a:ext cx="4171950" cy="1247775"/>
          </a:xfrm>
          <a:prstGeom prst="roundRect">
            <a:avLst>
              <a:gd name="adj" fmla="val 916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857625"/>
            <a:ext cx="4171950" cy="1247775"/>
          </a:xfrm>
          <a:prstGeom prst="roundRect">
            <a:avLst>
              <a:gd name="adj" fmla="val 916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07781" y="1828800"/>
            <a:ext cx="197643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Inter"/>
              </a:rPr>
              <a:t>Operational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6860" y="2314575"/>
            <a:ext cx="6238279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Inter"/>
              </a:rPr>
              <a:t>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81325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Fully automated 2nd Spoke AVD Landing Zone deployment with decoupled SIG, FSLogix &amp; App Attach.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4095750"/>
            <a:ext cx="48506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🌟 Key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4410075"/>
            <a:ext cx="3790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Production-grade security, forced tunneling, and zero-clickops Terraform modularity.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4095750"/>
            <a:ext cx="48506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Inter"/>
              </a:rPr>
              <a:t>🚀 Rollout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410075"/>
            <a:ext cx="3790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Integrate CI/CD pipelines, configure autoscaling plans, and upload custom MSIX packages.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779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Calibri</vt:lpstr>
      <vt:lpstr>Fira 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Sameer Shaik</cp:lastModifiedBy>
  <cp:revision>2</cp:revision>
  <dcterms:created xsi:type="dcterms:W3CDTF">2013-01-27T09:14:16Z</dcterms:created>
  <dcterms:modified xsi:type="dcterms:W3CDTF">2026-09-19T20:37:07Z</dcterms:modified>
  <cp:category/>
</cp:coreProperties>
</file>